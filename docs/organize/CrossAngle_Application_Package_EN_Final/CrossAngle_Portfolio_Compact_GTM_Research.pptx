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8138160" y="548640"/>
            <a:ext cx="3291840" cy="5303520"/>
          </a:xfrm>
          <a:prstGeom prst="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49640" y="960120"/>
            <a:ext cx="246888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2600" b="1">
                <a:solidFill>
                  <a:srgbClr val="111827"/>
                </a:solidFill>
                <a:latin typeface="Malgun Gothic"/>
              </a:rPr>
              <a:t>CROSSANGLE 지원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Malgun Gothic"/>
              </a:rPr>
              <a:t>GTM · Research
리서치, 콘텐츠, 제품 기획을 연결하는 지원자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6035040" cy="10972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Malgun Gothic"/>
              </a:rPr>
              <a:t>온체인 학습과 서비스 기획 경험을 바탕으로,
복잡한 Web3 정보를 문서·콘텐츠·실행 구조로 정리합니다.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89120"/>
            <a:ext cx="132588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On-chain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4389120"/>
            <a:ext cx="132588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Research 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4389120"/>
            <a:ext cx="132588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Content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389120"/>
            <a:ext cx="146304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Product Structuring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66928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Malgun Gothic"/>
              </a:rPr>
              <a:t>유민석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25312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Malgun Gothic"/>
              </a:rPr>
              <a:t>010-4229-9239  |  [이메일 입력]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1325880"/>
            <a:ext cx="2011680" cy="34747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algun Gothic"/>
              </a:rPr>
              <a:t>Why CrossAngle
• Research + on-chain data
• B2B / B2B2C context
• GTM and research both require
  structured execution
This deck focuses on
facts only.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크로스앵글이 찾는 사람 vs 내가 바로 연결되는 지점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097280" cy="45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algun Gothic"/>
              </a:rPr>
              <a:t>현재 Wanted 공고와 Xangle 회사 소개에서 드러난 핵심 키워드를 기준으로 정리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949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73352"/>
            <a:ext cx="517550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공고 핵심 키워드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929384"/>
            <a:ext cx="5248656" cy="288950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Web3/크립토 시장에 대한 높은 관심과 지속 학습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GTM: 데일리 콘텐츠 제작, 텔레그램/X용 숏폼, 포털 프로필·미디어 업데이트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Research: 산업 전반 리서치, 데이터 수집·스크랩, 뉴스레터·주간 시황 작성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유연한 커뮤니케이션, 꼼꼼함, 자율성과 책임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34924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673352"/>
            <a:ext cx="512978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내가 바로 보여줄 수 있는 강점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1929384"/>
            <a:ext cx="5202936" cy="288950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온체인 참여·관찰 경험을 메모와 체크리스트로 정리하는 습관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AHEYA에서 유저 여정·채널 가설·운영 질문을 구조화한 경험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Andersson Bell에서 피드백을 규칙으로 바꿔 산출물을 다듬은 경험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be:moon에서 시장·규제·운영을 함께 엮어 서비스 스토리로 정리한 경험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66360"/>
            <a:ext cx="10789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Malgun Gothic"/>
              </a:rPr>
              <a:t>결론: 크로스앵글이 요구하는 ‘관심 있는 사람’보다 한 단계 더 나아가, 학습 내용을 문서와 콘텐츠 실행으로 연결해본 사람이란 점을 전면에 둡니다.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Case 1. AHEYA — GTM와 Product를 함께 보는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097280" cy="45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algun Gothic"/>
              </a:rPr>
              <a:t>Support + quick feedback + optional public sharing 구조를 설계한 실서비스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08760"/>
            <a:ext cx="48920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81912"/>
            <a:ext cx="467258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내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837944"/>
            <a:ext cx="4745736" cy="398678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아이디어 프로젝트가 묻히지 않도록 support + reaction + optional sharing 흐름을 설계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유저 여정, 정보구조, 참여 기준, 운영 질문(acquisition / activation / retention)을 문서화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시황·리서치 구조를 잡고 텔레그램/X용 데이터·포맷 실험 진행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핵심은 ‘기능 추가’보다, 사용자가 어디서 들어와 어떤 행동을 남기는지 구조화하는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664208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810512"/>
            <a:ext cx="1271016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Malgun Gothic"/>
              </a:rPr>
              <a:t>Discover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64208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4072" y="1810512"/>
            <a:ext cx="1271016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Malgun Gothic"/>
              </a:rPr>
              <a:t>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664208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1810512"/>
            <a:ext cx="1271016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Malgun Gothic"/>
              </a:rPr>
              <a:t>Good /
Improve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288036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3026664"/>
            <a:ext cx="1271016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Malgun Gothic"/>
              </a:rPr>
              <a:t>Optional Share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2880360"/>
            <a:ext cx="2057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14232" y="3026664"/>
            <a:ext cx="1911095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Malgun Gothic"/>
              </a:rPr>
              <a:t>Feedback /
Proof Log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60" y="2057400"/>
            <a:ext cx="13716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2057400"/>
            <a:ext cx="13716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281160" y="2450592"/>
            <a:ext cx="274320" cy="429768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321040" y="3273552"/>
            <a:ext cx="32004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989320" y="4160520"/>
            <a:ext cx="5120640" cy="109728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algun Gothic"/>
              </a:rPr>
              <a:t>GTM 관점에서 보여줄 포인트
• 채널별 메시지 가설
• 핵심 행동(첫 지원/첫 반응) 정의
• 측정 가능한 운영 질문 정리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598932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algun Gothic"/>
              </a:rPr>
              <a:t>AHEYA는 ‘유저가 왜 들어오고 무엇을 남기는지’를 구조화한 경험으로 보여주는 것이 가장 강합니다.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Case 2. On-chain Learning Journey — 리서치 포지션에 가장 직접적인 근거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097280" cy="45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algun Gothic"/>
              </a:rPr>
              <a:t>참여 / 관찰 / 다음 실험을 구분해 시장을 따라간 학습 곡선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72768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25526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참여한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01952"/>
            <a:ext cx="3328416" cy="119786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LayerZero, zkSync, CARV, Grass, CUDIS, Backpack, SmartLayer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지갑 흐름, 서명, 브릿지/메시징, 퀘스트 구조를 직접 체험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3429000"/>
            <a:ext cx="34747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02152"/>
            <a:ext cx="325526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관찰한 영역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758184"/>
            <a:ext cx="3328416" cy="119786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Ethena, EtherFi, GRVT(perp DEX) 등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메커니즘, 인센티브, 리스크, 커뮤니티 반응을 중심으로 추적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5285232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58384"/>
            <a:ext cx="325526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만든 판단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5614416"/>
            <a:ext cx="3328416" cy="69494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Protocol structure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Incentive / behavior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Risk / uncertainty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What to test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645920"/>
            <a:ext cx="6492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874519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Malgun Gothic"/>
              </a:rPr>
              <a:t>리서치 문서화 프레임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28032" y="2331720"/>
            <a:ext cx="1371600" cy="512064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01184" y="2441448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50" b="1">
                <a:solidFill>
                  <a:srgbClr val="6D28D9"/>
                </a:solidFill>
                <a:latin typeface="Malgun Gothic"/>
              </a:rPr>
              <a:t>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0487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algun Gothic"/>
              </a:rPr>
              <a:t>무엇을 확인해야 하는가?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28032" y="3154679"/>
            <a:ext cx="1371600" cy="512064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01184" y="3264408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50" b="1">
                <a:solidFill>
                  <a:srgbClr val="6D28D9"/>
                </a:solidFill>
                <a:latin typeface="Malgun Gothic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22783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algun Gothic"/>
              </a:rPr>
              <a:t>온체인 행동, 공지, 커뮤니티 신호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8032" y="3977639"/>
            <a:ext cx="1371600" cy="512064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01184" y="4087368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50" b="1">
                <a:solidFill>
                  <a:srgbClr val="6D28D9"/>
                </a:solidFill>
                <a:latin typeface="Malgun Gothic"/>
              </a:rPr>
              <a:t>Hypothesis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050791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algun Gothic"/>
              </a:rPr>
              <a:t>무엇이 맞다면 어떤 결과가 나와야 하는가?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28032" y="4800600"/>
            <a:ext cx="1371600" cy="512064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01184" y="4910328"/>
            <a:ext cx="1225296" cy="201168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50" b="1">
                <a:solidFill>
                  <a:srgbClr val="6D28D9"/>
                </a:solidFill>
                <a:latin typeface="Malgun Gothic"/>
              </a:rPr>
              <a:t>Memo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87375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Malgun Gothic"/>
              </a:rPr>
              <a:t>다음 판단에 필요한 요약과 남은 불확실성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303520"/>
            <a:ext cx="6126480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크로스앵글 리서치 직무에서는 이 프레임을 ‘산업 리서치 + 콘텐츠 초안’으로 바로 옮길 수 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Case 3. be:moon — 규제·시장·운영을 함께 보는 문제 구조화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097280" cy="45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algun Gothic"/>
              </a:rPr>
              <a:t>DPP / 디지털 보증서 플랫폼 가설과 현실 제약을 함께 정리한 프로젝트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54480"/>
            <a:ext cx="42976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407822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이 프로젝트가 보여주는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883664"/>
            <a:ext cx="4151376" cy="407822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문제: EU DPP 규제 대응 부담 + 가품 유통으로 인한 브랜드 신뢰 훼손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해결 가설: 브랜드 OMS 연동 디지털 보증서 발행 + 진위 검증 + 거래 지원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강점: 규제, 시장 규모, 운영 플로우, 공급망 제약을 함께 문서로 정리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배운 점: ‘멋진 구조’보다 실제로 돌아가는 운영 설계가 먼저</a:t>
            </a:r>
          </a:p>
        </p:txBody>
      </p:sp>
      <p:pic>
        <p:nvPicPr>
          <p:cNvPr id="9" name="Picture 8" descr="bemoon 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00200"/>
            <a:ext cx="6263640" cy="311334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239512" y="1581912"/>
            <a:ext cx="6300216" cy="3108960"/>
          </a:xfrm>
          <a:prstGeom prst="rect">
            <a:avLst/>
          </a:prstGeom>
          <a:noFill/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7800" y="4873752"/>
            <a:ext cx="292608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emoon n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4919472"/>
            <a:ext cx="2834640" cy="12724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12480" y="4828032"/>
            <a:ext cx="2926080" cy="129844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220" b="0">
                <a:solidFill>
                  <a:srgbClr val="111827"/>
                </a:solidFill>
                <a:latin typeface="Malgun Gothic"/>
              </a:rPr>
              <a:t>이 포지션에서의 활용
• 시장/경쟁 리서치
• 서비스 구조 요약
• 규제와 운영 리스크를 함께 보는 시각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Case 4. Andersson Bell — 콘텐츠는 ‘예쁜 결과물’보다 수정 가능한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097280" cy="45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algun Gothic"/>
              </a:rPr>
              <a:t>실무 피드백을 받아 기획–생성–수정–출력을 끝까지 완주한 경험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4663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1907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무엇을 했는가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75104"/>
            <a:ext cx="4517136" cy="398678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브랜드 분석 → 스토리보드 → 시각자료 제작(1·2차) → 실무 피드백 반영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톤 분산 문제를 확인한 뒤, 콜라주 접근을 버리고 고정 앵글 기반으로 재구성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Midjourney → Gemini → Photoshop → Kling 파이프라인 정리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최종적으로 약 15초 규격의 숏폼 영상 패키지 완성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783080"/>
            <a:ext cx="1234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1929384"/>
            <a:ext cx="1088136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80" b="1">
                <a:solidFill>
                  <a:srgbClr val="111827"/>
                </a:solidFill>
                <a:latin typeface="Malgun Gothic"/>
              </a:rP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1234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929384"/>
            <a:ext cx="1088136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80" b="1">
                <a:solidFill>
                  <a:srgbClr val="111827"/>
                </a:solidFill>
                <a:latin typeface="Malgun Gothic"/>
              </a:rPr>
              <a:t>Storyboard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783080"/>
            <a:ext cx="1234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34272" y="1929384"/>
            <a:ext cx="1088136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80" b="1">
                <a:solidFill>
                  <a:srgbClr val="111827"/>
                </a:solidFill>
                <a:latin typeface="Malgun Gothic"/>
              </a:rPr>
              <a:t>Generate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154680"/>
            <a:ext cx="1234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3300984"/>
            <a:ext cx="1088136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80" b="1">
                <a:solidFill>
                  <a:srgbClr val="111827"/>
                </a:solidFill>
                <a:latin typeface="Malgun Gothic"/>
              </a:rPr>
              <a:t>Feedback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154680"/>
            <a:ext cx="1234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3300984"/>
            <a:ext cx="1088136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80" b="1">
                <a:solidFill>
                  <a:srgbClr val="111827"/>
                </a:solidFill>
                <a:latin typeface="Malgun Gothic"/>
              </a:rPr>
              <a:t>Revise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154680"/>
            <a:ext cx="123444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57232" y="3300984"/>
            <a:ext cx="1088136" cy="22860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80" b="1">
                <a:solidFill>
                  <a:srgbClr val="111827"/>
                </a:solidFill>
                <a:latin typeface="Malgun Gothic"/>
              </a:rPr>
              <a:t>Output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03720" y="2103120"/>
            <a:ext cx="4114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49640" y="2103120"/>
            <a:ext cx="4114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229600" y="2423160"/>
            <a:ext cx="1325880" cy="73152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086600" y="2423160"/>
            <a:ext cx="640079" cy="73152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26679" y="3474720"/>
            <a:ext cx="411481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372600" y="3474720"/>
            <a:ext cx="411480" cy="0"/>
          </a:xfrm>
          <a:prstGeom prst="line">
            <a:avLst/>
          </a:prstGeom>
          <a:ln w="2286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96128" y="4800600"/>
            <a:ext cx="54864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Malgun Gothic"/>
              </a:rPr>
              <a:t>크로스앵글 GTM 지원에서 이 경험을 쓰는 방식
• 피드백을 ‘다음 규칙’으로 환원
• 채널용 숏폼/콘텐츠를 반복 수정 가능한 구조로 설계
• 이해관계자 의견을 한 줄기 narrative로 정리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498079" cy="4114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Malgun Gothic"/>
              </a:rPr>
              <a:t>내가 크로스앵글에서 바로 기여할 수 있는 방식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87552"/>
            <a:ext cx="1097280" cy="457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78992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Malgun Gothic"/>
              </a:rPr>
              <a:t>GTM과 Research를 따로가 아니라, 서로 연결된 실행 구조로 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54480"/>
            <a:ext cx="53949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517550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GTM Team에 맞는 기여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883664"/>
            <a:ext cx="5248656" cy="288950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시장의 복잡한 흐름을 짧고 읽기 쉬운 콘텐츠 단위로 정리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프로젝트별 핵심 메시지와 업데이트 포인트를 문서화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채널별 포맷 차이를 고려해 재사용 가능한 제작 규칙 정리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피드백과 운영 질문을 다음 산출물 개선으로 연결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3949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27632"/>
            <a:ext cx="5175504" cy="237744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Malgun Gothic"/>
              </a:rPr>
              <a:t>Research Team에 맞는 기여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2784" y="1883664"/>
            <a:ext cx="5248656" cy="2889504"/>
          </a:xfrm>
          <a:prstGeom prst="rect">
            <a:avLst/>
          </a:prstGeom>
          <a:noFill/>
          <a:ln>
            <a:noFill/>
          </a:ln>
        </p:spPr>
        <p:txBody>
          <a:bodyPr wrap="square" lIns="38100" rIns="381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참여/관찰 데이터를 구조적 메모로 전환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프로젝트·시장 이슈를 조사–정리–요약–초안 작성까지 연결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규제·운영·사용자 관점을 한 문서 안에서 함께 다룸</a:t>
            </a:r>
          </a:p>
          <a:p>
            <a:pPr algn="l">
              <a:spcAft>
                <a:spcPts val="0"/>
              </a:spcAft>
            </a:pPr>
            <a:r>
              <a:rPr sz="1060">
                <a:solidFill>
                  <a:srgbClr val="111827"/>
                </a:solidFill>
                <a:latin typeface="Malgun Gothic"/>
              </a:rPr>
              <a:t>• 불확실한 내용은 과장하지 않고 fact / assumption을 분리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102352"/>
            <a:ext cx="10835640" cy="658368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algun Gothic"/>
              </a:rPr>
              <a:t>Work style  |  문제 정의 → 근거 수집 → 구조화 → 짧은 메모 → 피드백 반영 → 다음 실행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989320"/>
            <a:ext cx="86868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Notion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5989320"/>
            <a:ext cx="82296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Figma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15768" y="5989320"/>
            <a:ext cx="114300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PowerPoint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7" y="5989320"/>
            <a:ext cx="114300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Spreadsheet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5989320"/>
            <a:ext cx="109728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Midjourney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5989320"/>
            <a:ext cx="86868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Gemini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5989320"/>
            <a:ext cx="77724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Kling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5989320"/>
            <a:ext cx="1325880" cy="30175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</p:spPr>
        <p:txBody>
          <a:bodyPr wrap="square" lIns="50800" rIns="50800" tIns="50800" bIns="50800" anchor="ctr">
            <a:noAutofit/>
          </a:bodyPr>
          <a:lstStyle/>
          <a:p>
            <a:pPr algn="ctr"/>
            <a:r>
              <a:rPr sz="1000" b="0">
                <a:solidFill>
                  <a:srgbClr val="6D28D9"/>
                </a:solidFill>
                <a:latin typeface="Malgun Gothic"/>
              </a:rPr>
              <a:t>기본 Dev 협업 이해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75720" y="6446520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475569"/>
                </a:solidFill>
                <a:latin typeface="Malgun Gothic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14300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3000" b="1">
                <a:solidFill>
                  <a:srgbClr val="111827"/>
                </a:solidFill>
                <a:latin typeface="Malgun Gothic"/>
              </a:rPr>
              <a:t>감사합니다.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148840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400" b="0">
                <a:solidFill>
                  <a:srgbClr val="475569"/>
                </a:solidFill>
                <a:latin typeface="Malgun Gothic"/>
              </a:rPr>
              <a:t>GTM / Research 양쪽 포지션에 맞춰 사실 기반으로만 정리한 지원 포트폴리오입니다.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3154680"/>
            <a:ext cx="6126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46120" y="3401568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900" b="1">
                <a:solidFill>
                  <a:srgbClr val="111827"/>
                </a:solidFill>
                <a:latin typeface="Malgun Gothic"/>
              </a:rPr>
              <a:t>유민석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767328"/>
            <a:ext cx="5669280" cy="256032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250" b="0">
                <a:solidFill>
                  <a:srgbClr val="475569"/>
                </a:solidFill>
                <a:latin typeface="Malgun Gothic"/>
              </a:rPr>
              <a:t>010-4229-9239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406908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wrap="square" lIns="50800" rIns="50800" tIns="50800" bIns="50800" anchor="t">
            <a:no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Malgun Gothic"/>
              </a:rPr>
              <a:t>이메일 / 링크는 최종 제출 전 입력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